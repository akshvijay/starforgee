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rbit" panose="020B0604020202020204" charset="-127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6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0"/>
            <a:ext cx="18288000" cy="10292715"/>
          </a:xfrm>
          <a:custGeom>
            <a:avLst/>
            <a:gdLst/>
            <a:ahLst/>
            <a:cxnLst/>
            <a:rect l="l" t="t" r="r" b="b"/>
            <a:pathLst>
              <a:path w="18277851" h="10292715">
                <a:moveTo>
                  <a:pt x="0" y="0"/>
                </a:moveTo>
                <a:lnTo>
                  <a:pt x="18277851" y="0"/>
                </a:lnTo>
                <a:lnTo>
                  <a:pt x="18277851" y="10292715"/>
                </a:lnTo>
                <a:lnTo>
                  <a:pt x="0" y="10292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05052" y="3073754"/>
            <a:ext cx="8488046" cy="899840"/>
          </a:xfrm>
          <a:custGeom>
            <a:avLst/>
            <a:gdLst/>
            <a:ahLst/>
            <a:cxnLst/>
            <a:rect l="l" t="t" r="r" b="b"/>
            <a:pathLst>
              <a:path w="8488046" h="899840">
                <a:moveTo>
                  <a:pt x="0" y="0"/>
                </a:moveTo>
                <a:lnTo>
                  <a:pt x="8488045" y="0"/>
                </a:lnTo>
                <a:lnTo>
                  <a:pt x="8488045" y="899840"/>
                </a:lnTo>
                <a:lnTo>
                  <a:pt x="0" y="899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81094" y="948756"/>
            <a:ext cx="2818969" cy="1733466"/>
          </a:xfrm>
          <a:custGeom>
            <a:avLst/>
            <a:gdLst/>
            <a:ahLst/>
            <a:cxnLst/>
            <a:rect l="l" t="t" r="r" b="b"/>
            <a:pathLst>
              <a:path w="2818969" h="1733466">
                <a:moveTo>
                  <a:pt x="0" y="0"/>
                </a:moveTo>
                <a:lnTo>
                  <a:pt x="2818969" y="0"/>
                </a:lnTo>
                <a:lnTo>
                  <a:pt x="2818969" y="1733465"/>
                </a:lnTo>
                <a:lnTo>
                  <a:pt x="0" y="173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55503" y="948756"/>
            <a:ext cx="8517317" cy="1733466"/>
          </a:xfrm>
          <a:custGeom>
            <a:avLst/>
            <a:gdLst/>
            <a:ahLst/>
            <a:cxnLst/>
            <a:rect l="l" t="t" r="r" b="b"/>
            <a:pathLst>
              <a:path w="8517317" h="1733466">
                <a:moveTo>
                  <a:pt x="0" y="0"/>
                </a:moveTo>
                <a:lnTo>
                  <a:pt x="8517317" y="0"/>
                </a:lnTo>
                <a:lnTo>
                  <a:pt x="8517317" y="1733465"/>
                </a:lnTo>
                <a:lnTo>
                  <a:pt x="0" y="1733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66635" y="7901556"/>
            <a:ext cx="1800564" cy="1800564"/>
          </a:xfrm>
          <a:custGeom>
            <a:avLst/>
            <a:gdLst/>
            <a:ahLst/>
            <a:cxnLst/>
            <a:rect l="l" t="t" r="r" b="b"/>
            <a:pathLst>
              <a:path w="1800564" h="1800564">
                <a:moveTo>
                  <a:pt x="0" y="0"/>
                </a:moveTo>
                <a:lnTo>
                  <a:pt x="1800564" y="0"/>
                </a:lnTo>
                <a:lnTo>
                  <a:pt x="1800564" y="1800564"/>
                </a:lnTo>
                <a:lnTo>
                  <a:pt x="0" y="1800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59431" y="7901556"/>
            <a:ext cx="1800564" cy="1800564"/>
          </a:xfrm>
          <a:custGeom>
            <a:avLst/>
            <a:gdLst/>
            <a:ahLst/>
            <a:cxnLst/>
            <a:rect l="l" t="t" r="r" b="b"/>
            <a:pathLst>
              <a:path w="1800564" h="1800564">
                <a:moveTo>
                  <a:pt x="0" y="0"/>
                </a:moveTo>
                <a:lnTo>
                  <a:pt x="1800564" y="0"/>
                </a:lnTo>
                <a:lnTo>
                  <a:pt x="1800564" y="1800564"/>
                </a:lnTo>
                <a:lnTo>
                  <a:pt x="0" y="1800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7714" y="5251402"/>
            <a:ext cx="6476286" cy="238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rbit"/>
                <a:ea typeface="Orbit"/>
                <a:cs typeface="Orbit"/>
                <a:sym typeface="Orbit"/>
              </a:rPr>
              <a:t>TEAM NAME 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rbit"/>
                <a:ea typeface="Orbit"/>
                <a:cs typeface="Orbit"/>
                <a:sym typeface="Orbit"/>
              </a:rPr>
              <a:t>TEAM LEADER :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rbit"/>
                <a:ea typeface="Orbit"/>
                <a:cs typeface="Orbit"/>
                <a:sym typeface="Orbit"/>
              </a:rPr>
              <a:t>TRACK :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rbit"/>
                <a:ea typeface="Orbit"/>
                <a:cs typeface="Orbit"/>
                <a:sym typeface="Orbit"/>
              </a:rPr>
              <a:t>PROBLEM STATEMENT CODE 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69608" y="8635238"/>
            <a:ext cx="1960628" cy="1651762"/>
          </a:xfrm>
          <a:custGeom>
            <a:avLst/>
            <a:gdLst/>
            <a:ahLst/>
            <a:cxnLst/>
            <a:rect l="l" t="t" r="r" b="b"/>
            <a:pathLst>
              <a:path w="1960628" h="1651762">
                <a:moveTo>
                  <a:pt x="0" y="0"/>
                </a:moveTo>
                <a:lnTo>
                  <a:pt x="1960628" y="0"/>
                </a:lnTo>
                <a:lnTo>
                  <a:pt x="1960628" y="1651762"/>
                </a:lnTo>
                <a:lnTo>
                  <a:pt x="0" y="1651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017049"/>
            <a:ext cx="16230600" cy="302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Problem Statement and Opportunity should be able to explain the following: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How different is it from any of the other existing ideas?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How will it be able to solve the problem?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USP of the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94874" y="8510536"/>
            <a:ext cx="1145690" cy="1776464"/>
          </a:xfrm>
          <a:custGeom>
            <a:avLst/>
            <a:gdLst/>
            <a:ahLst/>
            <a:cxnLst/>
            <a:rect l="l" t="t" r="r" b="b"/>
            <a:pathLst>
              <a:path w="1145690" h="1776464">
                <a:moveTo>
                  <a:pt x="0" y="0"/>
                </a:moveTo>
                <a:lnTo>
                  <a:pt x="1145691" y="0"/>
                </a:lnTo>
                <a:lnTo>
                  <a:pt x="1145691" y="1776464"/>
                </a:lnTo>
                <a:lnTo>
                  <a:pt x="0" y="1776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036869"/>
            <a:ext cx="16230600" cy="238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List of features offered by the solution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It is always better to add a few visual representations (drawings/sketches/illustrations etc.) to your presentation, it adds to the power through which it reaches the audience.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57876" y="8431790"/>
            <a:ext cx="1329106" cy="1855210"/>
          </a:xfrm>
          <a:custGeom>
            <a:avLst/>
            <a:gdLst/>
            <a:ahLst/>
            <a:cxnLst/>
            <a:rect l="l" t="t" r="r" b="b"/>
            <a:pathLst>
              <a:path w="1329106" h="1855210">
                <a:moveTo>
                  <a:pt x="0" y="0"/>
                </a:moveTo>
                <a:lnTo>
                  <a:pt x="1329106" y="0"/>
                </a:lnTo>
                <a:lnTo>
                  <a:pt x="1329106" y="1855210"/>
                </a:lnTo>
                <a:lnTo>
                  <a:pt x="0" y="1855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18877"/>
            <a:ext cx="16230600" cy="178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Process flow diagram or Use-case diagram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Add a flow diagram or a use case diagram or an architecture diagram.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025221"/>
            <a:ext cx="139439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Architecture diagram of the proposed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5197269" y="8598090"/>
            <a:ext cx="1688910" cy="1688910"/>
          </a:xfrm>
          <a:custGeom>
            <a:avLst/>
            <a:gdLst/>
            <a:ahLst/>
            <a:cxnLst/>
            <a:rect l="l" t="t" r="r" b="b"/>
            <a:pathLst>
              <a:path w="1688910" h="1688910">
                <a:moveTo>
                  <a:pt x="0" y="0"/>
                </a:moveTo>
                <a:lnTo>
                  <a:pt x="1688909" y="0"/>
                </a:lnTo>
                <a:lnTo>
                  <a:pt x="1688909" y="1688910"/>
                </a:lnTo>
                <a:lnTo>
                  <a:pt x="0" y="1688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99862" y="8505324"/>
            <a:ext cx="1357107" cy="1781676"/>
          </a:xfrm>
          <a:custGeom>
            <a:avLst/>
            <a:gdLst/>
            <a:ahLst/>
            <a:cxnLst/>
            <a:rect l="l" t="t" r="r" b="b"/>
            <a:pathLst>
              <a:path w="1357107" h="1781676">
                <a:moveTo>
                  <a:pt x="0" y="0"/>
                </a:moveTo>
                <a:lnTo>
                  <a:pt x="1357107" y="0"/>
                </a:lnTo>
                <a:lnTo>
                  <a:pt x="1357107" y="1781676"/>
                </a:lnTo>
                <a:lnTo>
                  <a:pt x="0" y="1781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24325"/>
            <a:ext cx="132963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Technologies to be used in the solution: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40699" y="8309918"/>
            <a:ext cx="2118601" cy="2118601"/>
          </a:xfrm>
          <a:custGeom>
            <a:avLst/>
            <a:gdLst/>
            <a:ahLst/>
            <a:cxnLst/>
            <a:rect l="l" t="t" r="r" b="b"/>
            <a:pathLst>
              <a:path w="2118601" h="2118601">
                <a:moveTo>
                  <a:pt x="0" y="0"/>
                </a:moveTo>
                <a:lnTo>
                  <a:pt x="2118601" y="0"/>
                </a:lnTo>
                <a:lnTo>
                  <a:pt x="2118601" y="2118601"/>
                </a:lnTo>
                <a:lnTo>
                  <a:pt x="0" y="2118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432474"/>
            <a:ext cx="16230600" cy="302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PPT &amp; Team Guidelines: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Slide Limit: Use the official template. You may add a maximum of 2 extra slides.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Team Structure: Teams must have 3-4 members, with at least 1 female member compulsory.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67620"/>
            <a:ext cx="16230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rbit"/>
                <a:ea typeface="Orbit"/>
                <a:cs typeface="Orbit"/>
                <a:sym typeface="Orbit"/>
              </a:rPr>
              <a:t>References 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Custom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Orbit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STARFORGE_TEMPLATE</dc:title>
  <cp:lastModifiedBy>Kishan B S</cp:lastModifiedBy>
  <cp:revision>4</cp:revision>
  <dcterms:created xsi:type="dcterms:W3CDTF">2006-08-16T00:00:00Z</dcterms:created>
  <dcterms:modified xsi:type="dcterms:W3CDTF">2026-10-24T13:05:15Z</dcterms:modified>
  <dc:identifier>DAHYzGRaREk</dc:identifier>
</cp:coreProperties>
</file>